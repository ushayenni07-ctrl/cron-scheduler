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D58E"/>
    <a:srgbClr val="ACB1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1D9E7B-5F77-4F81-95D9-29168F3CF62F}" v="6" dt="2025-08-24T08:52:35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ha.yenni07@gmail.com" userId="291af7737cfbd799" providerId="LiveId" clId="{681D9E7B-5F77-4F81-95D9-29168F3CF62F}"/>
    <pc:docChg chg="custSel addSld delSld modSld sldOrd">
      <pc:chgData name="usha.yenni07@gmail.com" userId="291af7737cfbd799" providerId="LiveId" clId="{681D9E7B-5F77-4F81-95D9-29168F3CF62F}" dt="2025-08-24T08:54:41.807" v="245" actId="207"/>
      <pc:docMkLst>
        <pc:docMk/>
      </pc:docMkLst>
      <pc:sldChg chg="modSp mod">
        <pc:chgData name="usha.yenni07@gmail.com" userId="291af7737cfbd799" providerId="LiveId" clId="{681D9E7B-5F77-4F81-95D9-29168F3CF62F}" dt="2025-08-24T07:58:56.130" v="45" actId="207"/>
        <pc:sldMkLst>
          <pc:docMk/>
          <pc:sldMk cId="0" sldId="256"/>
        </pc:sldMkLst>
        <pc:spChg chg="mod">
          <ac:chgData name="usha.yenni07@gmail.com" userId="291af7737cfbd799" providerId="LiveId" clId="{681D9E7B-5F77-4F81-95D9-29168F3CF62F}" dt="2025-08-24T07:58:47.494" v="44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usha.yenni07@gmail.com" userId="291af7737cfbd799" providerId="LiveId" clId="{681D9E7B-5F77-4F81-95D9-29168F3CF62F}" dt="2025-08-24T07:58:56.130" v="45" actId="20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usha.yenni07@gmail.com" userId="291af7737cfbd799" providerId="LiveId" clId="{681D9E7B-5F77-4F81-95D9-29168F3CF62F}" dt="2025-08-24T08:35:57.418" v="96" actId="255"/>
        <pc:sldMkLst>
          <pc:docMk/>
          <pc:sldMk cId="0" sldId="257"/>
        </pc:sldMkLst>
        <pc:spChg chg="mod">
          <ac:chgData name="usha.yenni07@gmail.com" userId="291af7737cfbd799" providerId="LiveId" clId="{681D9E7B-5F77-4F81-95D9-29168F3CF62F}" dt="2025-08-24T08:04:44.881" v="82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usha.yenni07@gmail.com" userId="291af7737cfbd799" providerId="LiveId" clId="{681D9E7B-5F77-4F81-95D9-29168F3CF62F}" dt="2025-08-24T08:35:57.418" v="96" actId="255"/>
          <ac:spMkLst>
            <pc:docMk/>
            <pc:sldMk cId="0" sldId="257"/>
            <ac:spMk id="4" creationId="{00000000-0000-0000-0000-000000000000}"/>
          </ac:spMkLst>
        </pc:spChg>
      </pc:sldChg>
      <pc:sldChg chg="del ord">
        <pc:chgData name="usha.yenni07@gmail.com" userId="291af7737cfbd799" providerId="LiveId" clId="{681D9E7B-5F77-4F81-95D9-29168F3CF62F}" dt="2025-08-24T08:47:01.717" v="192" actId="47"/>
        <pc:sldMkLst>
          <pc:docMk/>
          <pc:sldMk cId="0" sldId="258"/>
        </pc:sldMkLst>
      </pc:sldChg>
      <pc:sldChg chg="modSp mod">
        <pc:chgData name="usha.yenni07@gmail.com" userId="291af7737cfbd799" providerId="LiveId" clId="{681D9E7B-5F77-4F81-95D9-29168F3CF62F}" dt="2025-08-24T08:45:39.842" v="187" actId="255"/>
        <pc:sldMkLst>
          <pc:docMk/>
          <pc:sldMk cId="0" sldId="259"/>
        </pc:sldMkLst>
        <pc:spChg chg="mod">
          <ac:chgData name="usha.yenni07@gmail.com" userId="291af7737cfbd799" providerId="LiveId" clId="{681D9E7B-5F77-4F81-95D9-29168F3CF62F}" dt="2025-08-24T08:36:49.999" v="11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usha.yenni07@gmail.com" userId="291af7737cfbd799" providerId="LiveId" clId="{681D9E7B-5F77-4F81-95D9-29168F3CF62F}" dt="2025-08-24T08:45:39.842" v="187" actId="255"/>
          <ac:spMkLst>
            <pc:docMk/>
            <pc:sldMk cId="0" sldId="259"/>
            <ac:spMk id="4" creationId="{00000000-0000-0000-0000-000000000000}"/>
          </ac:spMkLst>
        </pc:spChg>
      </pc:sldChg>
      <pc:sldChg chg="addSp modSp mod">
        <pc:chgData name="usha.yenni07@gmail.com" userId="291af7737cfbd799" providerId="LiveId" clId="{681D9E7B-5F77-4F81-95D9-29168F3CF62F}" dt="2025-08-24T08:52:38.984" v="229" actId="20577"/>
        <pc:sldMkLst>
          <pc:docMk/>
          <pc:sldMk cId="0" sldId="260"/>
        </pc:sldMkLst>
        <pc:spChg chg="mod">
          <ac:chgData name="usha.yenni07@gmail.com" userId="291af7737cfbd799" providerId="LiveId" clId="{681D9E7B-5F77-4F81-95D9-29168F3CF62F}" dt="2025-08-24T08:47:39.842" v="194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usha.yenni07@gmail.com" userId="291af7737cfbd799" providerId="LiveId" clId="{681D9E7B-5F77-4F81-95D9-29168F3CF62F}" dt="2025-08-24T08:52:38.984" v="229" actId="20577"/>
          <ac:spMkLst>
            <pc:docMk/>
            <pc:sldMk cId="0" sldId="260"/>
            <ac:spMk id="4" creationId="{00000000-0000-0000-0000-000000000000}"/>
          </ac:spMkLst>
        </pc:spChg>
        <pc:spChg chg="add">
          <ac:chgData name="usha.yenni07@gmail.com" userId="291af7737cfbd799" providerId="LiveId" clId="{681D9E7B-5F77-4F81-95D9-29168F3CF62F}" dt="2025-08-24T08:49:41.041" v="200"/>
          <ac:spMkLst>
            <pc:docMk/>
            <pc:sldMk cId="0" sldId="260"/>
            <ac:spMk id="5" creationId="{10927659-63AE-673E-DDB4-40EB9D7383EB}"/>
          </ac:spMkLst>
        </pc:spChg>
        <pc:spChg chg="add">
          <ac:chgData name="usha.yenni07@gmail.com" userId="291af7737cfbd799" providerId="LiveId" clId="{681D9E7B-5F77-4F81-95D9-29168F3CF62F}" dt="2025-08-24T08:52:30.474" v="217"/>
          <ac:spMkLst>
            <pc:docMk/>
            <pc:sldMk cId="0" sldId="260"/>
            <ac:spMk id="6" creationId="{01088655-EB41-F067-EB95-D222D92D92EB}"/>
          </ac:spMkLst>
        </pc:spChg>
        <pc:picChg chg="add">
          <ac:chgData name="usha.yenni07@gmail.com" userId="291af7737cfbd799" providerId="LiveId" clId="{681D9E7B-5F77-4F81-95D9-29168F3CF62F}" dt="2025-08-24T08:49:41.041" v="200"/>
          <ac:picMkLst>
            <pc:docMk/>
            <pc:sldMk cId="0" sldId="260"/>
            <ac:picMk id="1026" creationId="{E1FB5D89-B878-5018-E496-F509C1477801}"/>
          </ac:picMkLst>
        </pc:picChg>
        <pc:picChg chg="add">
          <ac:chgData name="usha.yenni07@gmail.com" userId="291af7737cfbd799" providerId="LiveId" clId="{681D9E7B-5F77-4F81-95D9-29168F3CF62F}" dt="2025-08-24T08:49:41.041" v="200"/>
          <ac:picMkLst>
            <pc:docMk/>
            <pc:sldMk cId="0" sldId="260"/>
            <ac:picMk id="1027" creationId="{BE480141-480D-0217-E393-33025F666C8C}"/>
          </ac:picMkLst>
        </pc:picChg>
        <pc:picChg chg="add">
          <ac:chgData name="usha.yenni07@gmail.com" userId="291af7737cfbd799" providerId="LiveId" clId="{681D9E7B-5F77-4F81-95D9-29168F3CF62F}" dt="2025-08-24T08:49:41.041" v="200"/>
          <ac:picMkLst>
            <pc:docMk/>
            <pc:sldMk cId="0" sldId="260"/>
            <ac:picMk id="1028" creationId="{88CF93A2-CC7F-CB28-F355-B2DE28C93FDD}"/>
          </ac:picMkLst>
        </pc:picChg>
        <pc:picChg chg="add">
          <ac:chgData name="usha.yenni07@gmail.com" userId="291af7737cfbd799" providerId="LiveId" clId="{681D9E7B-5F77-4F81-95D9-29168F3CF62F}" dt="2025-08-24T08:52:30.474" v="217"/>
          <ac:picMkLst>
            <pc:docMk/>
            <pc:sldMk cId="0" sldId="260"/>
            <ac:picMk id="1030" creationId="{9167FBF2-F169-7D69-F61E-B7B661E50242}"/>
          </ac:picMkLst>
        </pc:picChg>
        <pc:picChg chg="add">
          <ac:chgData name="usha.yenni07@gmail.com" userId="291af7737cfbd799" providerId="LiveId" clId="{681D9E7B-5F77-4F81-95D9-29168F3CF62F}" dt="2025-08-24T08:52:30.474" v="217"/>
          <ac:picMkLst>
            <pc:docMk/>
            <pc:sldMk cId="0" sldId="260"/>
            <ac:picMk id="1031" creationId="{BB0F9AA2-D7FD-1B7E-C091-A026E4E2875A}"/>
          </ac:picMkLst>
        </pc:picChg>
        <pc:picChg chg="add">
          <ac:chgData name="usha.yenni07@gmail.com" userId="291af7737cfbd799" providerId="LiveId" clId="{681D9E7B-5F77-4F81-95D9-29168F3CF62F}" dt="2025-08-24T08:52:30.474" v="217"/>
          <ac:picMkLst>
            <pc:docMk/>
            <pc:sldMk cId="0" sldId="260"/>
            <ac:picMk id="1032" creationId="{366BF54A-76B9-30B3-342F-FCAD62CE377D}"/>
          </ac:picMkLst>
        </pc:picChg>
      </pc:sldChg>
      <pc:sldChg chg="modSp mod">
        <pc:chgData name="usha.yenni07@gmail.com" userId="291af7737cfbd799" providerId="LiveId" clId="{681D9E7B-5F77-4F81-95D9-29168F3CF62F}" dt="2025-08-24T08:53:21.468" v="239" actId="207"/>
        <pc:sldMkLst>
          <pc:docMk/>
          <pc:sldMk cId="0" sldId="261"/>
        </pc:sldMkLst>
        <pc:spChg chg="mod">
          <ac:chgData name="usha.yenni07@gmail.com" userId="291af7737cfbd799" providerId="LiveId" clId="{681D9E7B-5F77-4F81-95D9-29168F3CF62F}" dt="2025-08-24T08:53:02.447" v="232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usha.yenni07@gmail.com" userId="291af7737cfbd799" providerId="LiveId" clId="{681D9E7B-5F77-4F81-95D9-29168F3CF62F}" dt="2025-08-24T08:53:21.468" v="239" actId="207"/>
          <ac:spMkLst>
            <pc:docMk/>
            <pc:sldMk cId="0" sldId="261"/>
            <ac:spMk id="4" creationId="{00000000-0000-0000-0000-000000000000}"/>
          </ac:spMkLst>
        </pc:spChg>
        <pc:picChg chg="mod">
          <ac:chgData name="usha.yenni07@gmail.com" userId="291af7737cfbd799" providerId="LiveId" clId="{681D9E7B-5F77-4F81-95D9-29168F3CF62F}" dt="2025-08-24T08:48:22.919" v="198" actId="1076"/>
          <ac:picMkLst>
            <pc:docMk/>
            <pc:sldMk cId="0" sldId="261"/>
            <ac:picMk id="2" creationId="{00000000-0000-0000-0000-000000000000}"/>
          </ac:picMkLst>
        </pc:picChg>
      </pc:sldChg>
      <pc:sldChg chg="modSp mod">
        <pc:chgData name="usha.yenni07@gmail.com" userId="291af7737cfbd799" providerId="LiveId" clId="{681D9E7B-5F77-4F81-95D9-29168F3CF62F}" dt="2025-08-24T08:54:41.807" v="245" actId="207"/>
        <pc:sldMkLst>
          <pc:docMk/>
          <pc:sldMk cId="0" sldId="262"/>
        </pc:sldMkLst>
        <pc:spChg chg="mod">
          <ac:chgData name="usha.yenni07@gmail.com" userId="291af7737cfbd799" providerId="LiveId" clId="{681D9E7B-5F77-4F81-95D9-29168F3CF62F}" dt="2025-08-24T08:53:35.654" v="241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usha.yenni07@gmail.com" userId="291af7737cfbd799" providerId="LiveId" clId="{681D9E7B-5F77-4F81-95D9-29168F3CF62F}" dt="2025-08-24T08:54:41.807" v="245" actId="207"/>
          <ac:spMkLst>
            <pc:docMk/>
            <pc:sldMk cId="0" sldId="262"/>
            <ac:spMk id="4" creationId="{00000000-0000-0000-0000-000000000000}"/>
          </ac:spMkLst>
        </pc:spChg>
      </pc:sldChg>
      <pc:sldChg chg="new del">
        <pc:chgData name="usha.yenni07@gmail.com" userId="291af7737cfbd799" providerId="LiveId" clId="{681D9E7B-5F77-4F81-95D9-29168F3CF62F}" dt="2025-08-24T07:55:32.336" v="31" actId="47"/>
        <pc:sldMkLst>
          <pc:docMk/>
          <pc:sldMk cId="1766248782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3266" y="423333"/>
            <a:ext cx="809716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sz="4800" dirty="0">
                <a:solidFill>
                  <a:srgbClr val="00B0F0"/>
                </a:solidFill>
              </a:rPr>
              <a:t>Project: Cron-like Job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3266" y="2099733"/>
            <a:ext cx="75946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Tagline: Reliable task scheduling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 persistence, retries,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jitter &amp;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8667" y="254913"/>
            <a:ext cx="3106043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sz="4400" dirty="0">
                <a:solidFill>
                  <a:srgbClr val="00B0F0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132" y="1370000"/>
            <a:ext cx="82296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sz="2400" b="1" dirty="0">
                <a:solidFill>
                  <a:srgbClr val="00B0F0"/>
                </a:solidFill>
              </a:rPr>
              <a:t>What is a Job Scheduler?</a:t>
            </a:r>
          </a:p>
          <a:p>
            <a:r>
              <a:rPr lang="en-US" sz="2000" dirty="0"/>
              <a:t>A software system that </a:t>
            </a:r>
            <a:r>
              <a:rPr lang="en-US" sz="2000" b="1" dirty="0"/>
              <a:t>runs tasks automatically</a:t>
            </a:r>
          </a:p>
          <a:p>
            <a:r>
              <a:rPr lang="en-US" sz="2000" dirty="0"/>
              <a:t>at pre-defined times or intervals.</a:t>
            </a:r>
            <a:br>
              <a:rPr lang="en-US" sz="2000" dirty="0"/>
            </a:br>
            <a:r>
              <a:rPr lang="en-US" sz="2000" dirty="0"/>
              <a:t>Example: Sending emails every morning, cleaning</a:t>
            </a:r>
          </a:p>
          <a:p>
            <a:r>
              <a:rPr lang="en-US" sz="2000" dirty="0"/>
              <a:t>temporary files daily, or taking database backups</a:t>
            </a:r>
          </a:p>
          <a:p>
            <a:r>
              <a:rPr lang="en-US" sz="2000" dirty="0"/>
              <a:t> at midnight.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b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400" dirty="0">
                <a:solidFill>
                  <a:srgbClr val="00B0F0"/>
                </a:solidFill>
              </a:rPr>
              <a:t>Compare to </a:t>
            </a:r>
            <a:r>
              <a:rPr sz="2400" dirty="0">
                <a:solidFill>
                  <a:srgbClr val="00B0F0"/>
                </a:solidFill>
              </a:rPr>
              <a:t>normal</a:t>
            </a:r>
            <a:endParaRPr lang="en-US" sz="2400" dirty="0">
              <a:solidFill>
                <a:srgbClr val="00B0F0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2400" dirty="0">
                <a:solidFill>
                  <a:srgbClr val="00B0F0"/>
                </a:solidFill>
              </a:rPr>
              <a:t>schedulers</a:t>
            </a:r>
            <a:r>
              <a:rPr sz="3200" dirty="0">
                <a:solidFill>
                  <a:srgbClr val="00B0F0"/>
                </a:solidFill>
              </a:rPr>
              <a:t>:</a:t>
            </a:r>
            <a:br>
              <a:rPr sz="3200" dirty="0">
                <a:solidFill>
                  <a:srgbClr val="00B0F0"/>
                </a:solidFill>
              </a:rPr>
            </a:b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No persistence (lose jobs on restart).</a:t>
            </a:r>
            <a:b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Failures not handled.</a:t>
            </a:r>
            <a:b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No observability (hard to know what happened).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3934" y="254913"/>
            <a:ext cx="3325526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00B0F0"/>
                </a:solidFill>
              </a:rPr>
              <a:t>         </a:t>
            </a:r>
            <a:r>
              <a:rPr dirty="0">
                <a:solidFill>
                  <a:srgbClr val="00B0F0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466" y="1227667"/>
            <a:ext cx="82296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User Adds a Job</a:t>
            </a:r>
          </a:p>
          <a:p>
            <a:pPr lvl="1" algn="just"/>
            <a:r>
              <a:rPr lang="en-US" sz="1400" dirty="0"/>
              <a:t>The user provides a command, script, </a:t>
            </a:r>
          </a:p>
          <a:p>
            <a:pPr lvl="1" algn="just"/>
            <a:r>
              <a:rPr lang="en-US" sz="1400" dirty="0"/>
              <a:t>or task they want to </a:t>
            </a:r>
            <a:r>
              <a:rPr lang="en-US" sz="1400" dirty="0" err="1"/>
              <a:t>run.Along</a:t>
            </a:r>
            <a:r>
              <a:rPr lang="en-US" sz="1400" dirty="0"/>
              <a:t> with the task, </a:t>
            </a:r>
          </a:p>
          <a:p>
            <a:pPr lvl="1" algn="just"/>
            <a:r>
              <a:rPr lang="en-US" sz="1400" dirty="0"/>
              <a:t>they define a </a:t>
            </a:r>
            <a:r>
              <a:rPr lang="en-US" sz="1400" dirty="0" err="1"/>
              <a:t>cron</a:t>
            </a:r>
            <a:r>
              <a:rPr lang="en-US" sz="1400" dirty="0"/>
              <a:t> expression</a:t>
            </a:r>
          </a:p>
          <a:p>
            <a:pPr lvl="1" algn="just"/>
            <a:r>
              <a:rPr lang="en-US" sz="1400" dirty="0"/>
              <a:t> (e.g., 0 9 * * 1-5 for every weekday at 9 AM).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System Registers the Job</a:t>
            </a:r>
          </a:p>
          <a:p>
            <a:pPr lvl="1" algn="just"/>
            <a:r>
              <a:rPr lang="en-US" sz="1400" dirty="0"/>
              <a:t>The job is stored in a scheduler’s database </a:t>
            </a:r>
          </a:p>
          <a:p>
            <a:pPr lvl="1" algn="just"/>
            <a:r>
              <a:rPr lang="en-US" sz="1400" dirty="0"/>
              <a:t>or </a:t>
            </a:r>
            <a:r>
              <a:rPr lang="en-US" sz="1400" dirty="0" err="1"/>
              <a:t>queue.The</a:t>
            </a:r>
            <a:r>
              <a:rPr lang="en-US" sz="1400" dirty="0"/>
              <a:t> </a:t>
            </a:r>
            <a:r>
              <a:rPr lang="en-US" sz="1400" dirty="0" err="1"/>
              <a:t>cron</a:t>
            </a:r>
            <a:r>
              <a:rPr lang="en-US" sz="1400" dirty="0"/>
              <a:t> expression is parsed into a </a:t>
            </a:r>
          </a:p>
          <a:p>
            <a:pPr lvl="1" algn="just"/>
            <a:r>
              <a:rPr lang="en-US" sz="1400" dirty="0"/>
              <a:t>schedule (e.g., next run times are calculated).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Scheduler Watches the Clock</a:t>
            </a:r>
          </a:p>
          <a:p>
            <a:pPr lvl="1" algn="just"/>
            <a:r>
              <a:rPr lang="en-US" sz="1400" dirty="0"/>
              <a:t>The system continuously monitors</a:t>
            </a:r>
          </a:p>
          <a:p>
            <a:pPr lvl="1" algn="just"/>
            <a:r>
              <a:rPr lang="en-US" sz="1400" dirty="0"/>
              <a:t> the current </a:t>
            </a:r>
            <a:r>
              <a:rPr lang="en-US" sz="1400" dirty="0" err="1"/>
              <a:t>time.When</a:t>
            </a:r>
            <a:r>
              <a:rPr lang="en-US" sz="1400" dirty="0"/>
              <a:t> the time</a:t>
            </a:r>
          </a:p>
          <a:p>
            <a:pPr lvl="1" algn="just"/>
            <a:r>
              <a:rPr lang="en-US" sz="1400" dirty="0"/>
              <a:t> matches a job’s schedule, the task</a:t>
            </a:r>
          </a:p>
          <a:p>
            <a:pPr lvl="1" algn="just"/>
            <a:r>
              <a:rPr lang="en-US" sz="1400" dirty="0"/>
              <a:t> is triggered.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Job Execution</a:t>
            </a:r>
          </a:p>
          <a:p>
            <a:pPr lvl="1" algn="just"/>
            <a:r>
              <a:rPr lang="en-US" sz="1400" dirty="0">
                <a:solidFill>
                  <a:srgbClr val="00B0F0"/>
                </a:solidFill>
              </a:rPr>
              <a:t>T</a:t>
            </a:r>
            <a:r>
              <a:rPr lang="en-US" sz="1400" dirty="0"/>
              <a:t>he system executes the job </a:t>
            </a:r>
          </a:p>
          <a:p>
            <a:pPr lvl="1" algn="just"/>
            <a:r>
              <a:rPr lang="en-US" sz="1400" dirty="0"/>
              <a:t>(runs the script, sends a request, etc.).</a:t>
            </a:r>
          </a:p>
          <a:p>
            <a:pPr lvl="1" algn="just"/>
            <a:r>
              <a:rPr lang="en-US" sz="1400" dirty="0"/>
              <a:t>Logs and results are stored for tracking or debugging.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Repeat &amp; Manage</a:t>
            </a:r>
          </a:p>
          <a:p>
            <a:pPr lvl="1" algn="just"/>
            <a:r>
              <a:rPr lang="en-US" sz="1400" dirty="0"/>
              <a:t>The job continues to run according to its </a:t>
            </a:r>
            <a:r>
              <a:rPr lang="en-US" sz="1400" dirty="0" err="1"/>
              <a:t>cron</a:t>
            </a:r>
            <a:r>
              <a:rPr lang="en-US" sz="1400" dirty="0"/>
              <a:t> </a:t>
            </a:r>
          </a:p>
          <a:p>
            <a:pPr lvl="1" algn="just"/>
            <a:r>
              <a:rPr lang="en-US" sz="1400" dirty="0"/>
              <a:t>schedule until the user updates, pauses, or deletes it.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"/>
            <a:ext cx="381181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dirty="0">
                <a:solidFill>
                  <a:srgbClr val="00B0F0"/>
                </a:solidFill>
              </a:rPr>
              <a:t>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Jobs DB → Scheduler → Worker(s) →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Job Execution → Logs &amp; Metrics</a:t>
            </a:r>
            <a:endParaRPr lang="en-US" sz="3600" dirty="0">
              <a:solidFill>
                <a:srgbClr val="00B0F0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3600" dirty="0">
              <a:solidFill>
                <a:srgbClr val="00B0F0"/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45720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89467"/>
            <a:ext cx="186942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dirty="0">
                <a:solidFill>
                  <a:srgbClr val="00B0F0"/>
                </a:solidFill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Automated Email/SMS Reminders</a:t>
            </a:r>
            <a:b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Data Backup &amp; Cleanup Tasks</a:t>
            </a:r>
            <a:b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Periodic API Calls (health checks, reports)</a:t>
            </a:r>
            <a:b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</a:rPr>
              <a:t>ETL Pipelines (data processing)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274320"/>
            <a:ext cx="204094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rPr dirty="0">
                <a:solidFill>
                  <a:srgbClr val="00B0F0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Our Cron-like Job Scheduler ensures reliability,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transparency, and scalability in task automation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 making scheduled jobs safer and observable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real-world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333</Words>
  <Application>Microsoft Office PowerPoint</Application>
  <PresentationFormat>On-screen Show (4:3)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usha.yenni07@gmail.com</cp:lastModifiedBy>
  <cp:revision>1</cp:revision>
  <dcterms:created xsi:type="dcterms:W3CDTF">2013-01-27T09:14:16Z</dcterms:created>
  <dcterms:modified xsi:type="dcterms:W3CDTF">2025-08-24T08:54:50Z</dcterms:modified>
  <cp:category/>
</cp:coreProperties>
</file>